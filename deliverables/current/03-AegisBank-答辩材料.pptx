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秒。可信银行 AI 智能体原型；所有金融数据与资金变动均为模拟。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秒。先演示三个核心场景，其余复用六场景自动检查证据。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秒。Planner 只生成候选；编译、授权、风险、执行与证据由确定性代码控制。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秒。演示 OTP 和模拟生物识别仅证明流程，不能视为生产强认证。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秒。展示真实浏览器联调截图；自动检查不等同人工验收。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秒。同一会话仅有一个活动草稿；历史查询按演示用户隔离。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秒。预置有界 DAG 不是自由组合；不可逆操作不能承诺自动回滚。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秒。沙箱是进程内逻辑约束；线程超时不等于 OS 强制终止。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秒。评测口径与边界见仓库《测试与复现》；不宣称通用自然语言准确率。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秒。自动化通过只覆盖已知用例；命令与边界见仓库《测试与复现》。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秒。明确演示边界，不把原型描述为生产银行系统。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建议讲解 40 秒。感谢评委；演示失败按部署说明恢复独立模拟库，UNKNOWN不自动重试。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AegisBank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用自然语言办理模拟银行业务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计划可核对 · 授权不继承 · 结果有证据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比赛目标与交付范围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六类代表场景：转账 / 账单 / 理财 / 卡片 / 订阅 / 跨场景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绿黄红分级、审计、熔断、沙箱、有序 DAG 与人工接管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自然语言能力有界；歧义时澄清，禁止猜测执行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一条受控执行链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10972800" cy="408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绿 / 黄 / 红：风险只升不降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绿色：余额、账单等查询自动执行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黄色：小额转账（日累计含本次≤1000元）明确确认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红色：单笔&gt;5000元或日累计&gt;1000元、挂失、理财申购等确认＋演示MFA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模型不能降低工具基线风险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补槽与金额修订：确认只属于当前草稿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给妈妈转钱 → 五百 → 改成三百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新计划 / 新 nonce / 重新评级 / 重新确认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旧确认409；最终只有一笔300元模拟转账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最近金额与收款人从本人已完成流水回读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执行前复核与重试安全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ActionEnvelope：计划、参数、风险、权限、nonce、有效期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Idempotency-Key：重试返回首次结果，避免重复扣款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版本冲突、过期、撤权阻断；服务未ready时禁止写入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结果UNKNOWN先核对，不盲目重试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DAG、中断、补偿与人工接管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账单分析 → 引用异常订阅 → 取消订阅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步骤间暂停 / 恢复，已完成节点不重复执行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可补偿失败逆序回退，再做风险与权限复核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不可逆或结果未知：人工处理，并写入审计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安全机制与可追溯证据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注入整条拒绝；真实结果只来自 Mock Bank Core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按用户熔断，operator 解锁并审计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ToolExecutor + SandboxGuard：网络、超时、体积、白名单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SHA-256 审计链与来源分层；不是独立存证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有界语义：能力范围与评测边界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语义层规范化金额、联系人、账户、卡片与日期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歧义、条件或组合超出范围时转为澄清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默认离线规则 Planner；模型只生成候选计划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离线评测不等同真实模型准确率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自动验收与复现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后端 671 项 pytest / 前端 144 项 Vitest 通过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组装器 28 项、六场景端到端 31/31 通过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工具 51 个、HTTP /api 路径 49 个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真实桌面与 390px 视口：Chromium → Vite → FastAPI → 新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当前边界与适用范围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全部数据模拟；无生产身份、真实 MFA、真实 IM、OS 隔离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不支持任意自然语言、通用跨轮记忆或自由条件组合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沙箱为进程内执行守卫，不是容器或 OS 资源隔离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答辩 ≤10 分钟、视频 ≤5 分钟按大赛要求计时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87E8B"/>
                </a:solidFill>
                <a:latin typeface="Microsoft YaHei"/>
              </a:rPr>
              <a:t>AEGISBANK  /  银行 AI 智能体  /  模拟银行原型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83F"/>
                </a:solidFill>
                <a:latin typeface="Microsoft YaHei"/>
              </a:rPr>
              <a:t>演示与交付入口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44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账单绿色查询 → 转账补槽与修订 → 卡片红色演示MFA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再展开DAG、注入拒绝与审计证据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README / 部署 / 测试 / 技术文档 / 安全自评</a:t>
            </a:r>
          </a:p>
          <a:p>
            <a:pPr>
              <a:spcAft>
                <a:spcPts val="1400"/>
              </a:spcAft>
            </a:pPr>
            <a:r>
              <a:rPr sz="2300" b="0">
                <a:solidFill>
                  <a:srgbClr val="10283F"/>
                </a:solidFill>
                <a:latin typeface="Microsoft YaHei"/>
              </a:rPr>
              <a:t>github.com/0xChainAegis/aegisbank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 b="0">
                <a:solidFill>
                  <a:srgbClr val="526579"/>
                </a:solidFill>
                <a:latin typeface="Microsoft YaHei"/>
              </a:rPr>
              <a:t>0xChainAegis  ·  2026 深圳国际金融科技大赛  |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